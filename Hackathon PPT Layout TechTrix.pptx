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8288000" cy="10287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BA25CC-A3C9-BEDB-59F7-F33A31CAA6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CE647D-B554-7CDA-8D2D-483A286B81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D59D39-4CD6-1165-75C3-852DF7AF01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51E8FA-6E26-EAC3-BEF9-FA442254C9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F027F6-5AEC-9526-4038-C47454B7FD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A9C94-2175-A904-0C60-4C1E4093A9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03640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827573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5870211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7554198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880036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80058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6667949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907052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267898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06050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808292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2976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6265508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2683854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57542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2315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4835610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0238977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1347911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94952877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2319164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6346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763864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2517426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4199251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9165342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413383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53399830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046049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81193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2361837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8486955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3107028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29018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5999342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15332763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758359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60013975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1882129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094394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450937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022030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70417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1695606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56655936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5999300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4454261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2122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64585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22832047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7431155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3821542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935005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24487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1332374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722314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2452417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078710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4645599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7124361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3717519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2611827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74629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media1.svg"/><Relationship Id="rId6" Type="http://schemas.openxmlformats.org/officeDocument/2006/relationships/image" Target="../media/image3.png"/><Relationship Id="rId7" Type="http://schemas.openxmlformats.org/officeDocument/2006/relationships/image" Target="../media/media2.svg"/><Relationship Id="rId8" Type="http://schemas.openxmlformats.org/officeDocument/2006/relationships/image" Target="../media/image4.png"/><Relationship Id="rId9" Type="http://schemas.openxmlformats.org/officeDocument/2006/relationships/image" Target="../media/media3.svg"/><Relationship Id="rId10" Type="http://schemas.openxmlformats.org/officeDocument/2006/relationships/image" Target="../media/image5.png"/><Relationship Id="rId11" Type="http://schemas.openxmlformats.org/officeDocument/2006/relationships/image" Target="../media/media4.sv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9.jp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media5.svg"/><Relationship Id="rId7" Type="http://schemas.openxmlformats.org/officeDocument/2006/relationships/image" Target="../media/image9.jp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9.jp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9.jp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2.png"/><Relationship Id="rId7" Type="http://schemas.openxmlformats.org/officeDocument/2006/relationships/image" Target="../media/image4.png"/><Relationship Id="rId8" Type="http://schemas.openxmlformats.org/officeDocument/2006/relationships/image" Target="../media/image9.jp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653840" name="Freeform 2"/>
          <p:cNvSpPr/>
          <p:nvPr/>
        </p:nvSpPr>
        <p:spPr bwMode="auto">
          <a:xfrm rot="0" flipH="0" flipV="0">
            <a:off x="-4762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466335917" name="Freeform 3"/>
          <p:cNvSpPr/>
          <p:nvPr/>
        </p:nvSpPr>
        <p:spPr bwMode="auto">
          <a:xfrm rot="-5400000" flipH="0" flipV="0">
            <a:off x="16128202" y="201420"/>
            <a:ext cx="3764454" cy="3702854"/>
          </a:xfrm>
          <a:custGeom>
            <a:avLst/>
            <a:gdLst/>
            <a:ahLst/>
            <a:cxnLst/>
            <a:rect l="l" t="t" r="r" b="b"/>
            <a:pathLst>
              <a:path w="3764454" h="3702854" fill="norm" stroke="1" extrusionOk="0">
                <a:moveTo>
                  <a:pt x="0" y="0"/>
                </a:moveTo>
                <a:lnTo>
                  <a:pt x="3764455" y="0"/>
                </a:lnTo>
                <a:lnTo>
                  <a:pt x="3764455" y="3702855"/>
                </a:lnTo>
                <a:lnTo>
                  <a:pt x="0" y="37028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921884611" name="Freeform 4"/>
          <p:cNvSpPr/>
          <p:nvPr/>
        </p:nvSpPr>
        <p:spPr bwMode="auto">
          <a:xfrm rot="0" flipH="1" flipV="0">
            <a:off x="18010428" y="2608020"/>
            <a:ext cx="4845062" cy="6515364"/>
          </a:xfrm>
          <a:custGeom>
            <a:avLst/>
            <a:gdLst/>
            <a:ahLst/>
            <a:cxnLst/>
            <a:rect l="l" t="t" r="r" b="b"/>
            <a:pathLst>
              <a:path w="4845062" h="6515364" fill="norm" stroke="1" extrusionOk="0">
                <a:moveTo>
                  <a:pt x="4845062" y="0"/>
                </a:moveTo>
                <a:lnTo>
                  <a:pt x="0" y="0"/>
                </a:lnTo>
                <a:lnTo>
                  <a:pt x="0" y="6515364"/>
                </a:lnTo>
                <a:lnTo>
                  <a:pt x="4845062" y="6515364"/>
                </a:lnTo>
                <a:lnTo>
                  <a:pt x="4845062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751940707" name="Freeform 5"/>
          <p:cNvSpPr/>
          <p:nvPr/>
        </p:nvSpPr>
        <p:spPr bwMode="auto">
          <a:xfrm rot="0" flipH="0" flipV="0">
            <a:off x="15693216" y="7821861"/>
            <a:ext cx="1494485" cy="1741456"/>
          </a:xfrm>
          <a:custGeom>
            <a:avLst/>
            <a:gdLst/>
            <a:ahLst/>
            <a:cxnLst/>
            <a:rect l="l" t="t" r="r" b="b"/>
            <a:pathLst>
              <a:path w="1494485" h="1741456" fill="norm" stroke="1" extrusionOk="0">
                <a:moveTo>
                  <a:pt x="0" y="0"/>
                </a:moveTo>
                <a:lnTo>
                  <a:pt x="1494485" y="0"/>
                </a:lnTo>
                <a:lnTo>
                  <a:pt x="1494485" y="1741456"/>
                </a:lnTo>
                <a:lnTo>
                  <a:pt x="0" y="17414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/>
            <a:stretch>
              <a:fillRect l="0" t="0" r="0" b="0"/>
            </a:stretch>
          </a:blipFill>
        </p:spPr>
      </p:sp>
      <p:sp>
        <p:nvSpPr>
          <p:cNvPr id="1833792437" name="Freeform 6"/>
          <p:cNvSpPr/>
          <p:nvPr/>
        </p:nvSpPr>
        <p:spPr bwMode="auto">
          <a:xfrm rot="0" flipH="0" flipV="0">
            <a:off x="16535252" y="0"/>
            <a:ext cx="2100643" cy="2608021"/>
          </a:xfrm>
          <a:custGeom>
            <a:avLst/>
            <a:gdLst/>
            <a:ahLst/>
            <a:cxnLst/>
            <a:rect l="l" t="t" r="r" b="b"/>
            <a:pathLst>
              <a:path w="2100643" h="2608021" fill="norm" stroke="1" extrusionOk="0">
                <a:moveTo>
                  <a:pt x="0" y="0"/>
                </a:moveTo>
                <a:lnTo>
                  <a:pt x="2100642" y="0"/>
                </a:lnTo>
                <a:lnTo>
                  <a:pt x="2100642" y="2608021"/>
                </a:lnTo>
                <a:lnTo>
                  <a:pt x="0" y="26080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/>
            <a:stretch>
              <a:fillRect l="0" t="0" r="0" b="0"/>
            </a:stretch>
          </a:blipFill>
        </p:spPr>
      </p:sp>
      <p:sp>
        <p:nvSpPr>
          <p:cNvPr id="504921456" name="Freeform 7"/>
          <p:cNvSpPr/>
          <p:nvPr/>
        </p:nvSpPr>
        <p:spPr bwMode="auto">
          <a:xfrm rot="0" flipH="0" flipV="0">
            <a:off x="-459730" y="8494591"/>
            <a:ext cx="2976861" cy="2928148"/>
          </a:xfrm>
          <a:custGeom>
            <a:avLst/>
            <a:gdLst/>
            <a:ahLst/>
            <a:cxnLst/>
            <a:rect l="l" t="t" r="r" b="b"/>
            <a:pathLst>
              <a:path w="2976861" h="2928148" fill="norm" stroke="1" extrusionOk="0">
                <a:moveTo>
                  <a:pt x="0" y="0"/>
                </a:moveTo>
                <a:lnTo>
                  <a:pt x="2976860" y="0"/>
                </a:lnTo>
                <a:lnTo>
                  <a:pt x="2976860" y="2928149"/>
                </a:lnTo>
                <a:lnTo>
                  <a:pt x="0" y="29281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4" name="TextBox 14"/>
          <p:cNvSpPr txBox="1"/>
          <p:nvPr/>
        </p:nvSpPr>
        <p:spPr bwMode="auto">
          <a:xfrm rot="0" flipH="0" flipV="0">
            <a:off x="1323974" y="1767096"/>
            <a:ext cx="15544800" cy="2222258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7200"/>
              </a:lnSpc>
              <a:defRPr/>
            </a:pPr>
            <a:r>
              <a:rPr lang="en-US" sz="6000" b="0">
                <a:solidFill>
                  <a:srgbClr val="1F497D"/>
                </a:solidFill>
                <a:latin typeface="Georgia"/>
                <a:ea typeface="Georgia"/>
                <a:cs typeface="Georgia"/>
              </a:rPr>
              <a:t>Hackathon - TechTrix</a:t>
            </a:r>
            <a:endParaRPr b="0">
              <a:latin typeface="Georgia"/>
              <a:cs typeface="Georgia"/>
            </a:endParaRPr>
          </a:p>
        </p:txBody>
      </p:sp>
      <p:sp>
        <p:nvSpPr>
          <p:cNvPr id="1126988929" name="TextBox 15"/>
          <p:cNvSpPr txBox="1"/>
          <p:nvPr/>
        </p:nvSpPr>
        <p:spPr bwMode="auto">
          <a:xfrm rot="0" flipH="0" flipV="0">
            <a:off x="773428" y="2883636"/>
            <a:ext cx="11915203" cy="466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639"/>
              </a:lnSpc>
              <a:defRPr/>
            </a:pPr>
            <a:endParaRPr sz="1800" b="0">
              <a:solidFill>
                <a:schemeClr val="tx2">
                  <a:lumMod val="75000"/>
                </a:schemeClr>
              </a:solidFill>
              <a:latin typeface="Georgia"/>
              <a:cs typeface="Georgia"/>
            </a:endParaRPr>
          </a:p>
          <a:p>
            <a:pPr marL="651510" lvl="1" indent="-325755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3600" b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Title -</a:t>
            </a:r>
            <a:endParaRPr sz="1800" b="0">
              <a:solidFill>
                <a:schemeClr val="tx1"/>
              </a:solidFill>
              <a:latin typeface="Georgia"/>
              <a:cs typeface="Georgia"/>
            </a:endParaRPr>
          </a:p>
          <a:p>
            <a:pPr marL="651510" lvl="1" indent="-325755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3600" b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PS Category - </a:t>
            </a:r>
            <a:r>
              <a:rPr lang="en-US" sz="3600" b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Software / IOT</a:t>
            </a:r>
            <a:endParaRPr sz="1800" b="0">
              <a:solidFill>
                <a:schemeClr val="tx1"/>
              </a:solidFill>
              <a:latin typeface="Georgia"/>
              <a:cs typeface="Georgia"/>
            </a:endParaRPr>
          </a:p>
          <a:p>
            <a:pPr marL="651510" lvl="1" indent="-325755" algn="just">
              <a:lnSpc>
                <a:spcPct val="150000"/>
              </a:lnSpc>
              <a:buFont typeface="Arial"/>
              <a:buChar char="•"/>
              <a:defRPr/>
            </a:pPr>
            <a:r>
              <a:rPr lang="en-US" sz="3600" b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Team Name (Registered) - </a:t>
            </a:r>
            <a:endParaRPr sz="3600" b="0">
              <a:solidFill>
                <a:schemeClr val="tx1"/>
              </a:solidFill>
              <a:latin typeface="Georgia"/>
              <a:ea typeface="Georgia"/>
              <a:cs typeface="Georgia"/>
            </a:endParaRPr>
          </a:p>
          <a:p>
            <a:pPr marL="651510" lvl="1" indent="-325755" algn="l">
              <a:lnSpc>
                <a:spcPct val="100000"/>
              </a:lnSpc>
              <a:buFont typeface="Arial"/>
              <a:buChar char="•"/>
              <a:defRPr/>
            </a:pPr>
            <a:r>
              <a:rPr lang="en-US" sz="3600" b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Team Member </a:t>
            </a:r>
            <a:r>
              <a:rPr lang="en-US" sz="3600" b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Details -</a:t>
            </a:r>
            <a:br>
              <a:rPr lang="en-US" sz="3600" b="0">
                <a:solidFill>
                  <a:schemeClr val="tx1"/>
                </a:solidFill>
                <a:latin typeface="Georgia"/>
                <a:ea typeface="Georgia"/>
                <a:cs typeface="Georgia"/>
              </a:rPr>
            </a:br>
            <a:r>
              <a:rPr lang="en-US" sz="3600" b="0">
                <a:solidFill>
                  <a:schemeClr val="tx1"/>
                </a:solidFill>
                <a:latin typeface="Georgia"/>
                <a:ea typeface="Georgia"/>
                <a:cs typeface="Georgia"/>
              </a:rPr>
              <a:t>(Name, Contact, College)</a:t>
            </a:r>
            <a:endParaRPr sz="1800" b="0">
              <a:solidFill>
                <a:schemeClr val="tx2">
                  <a:lumMod val="75000"/>
                </a:schemeClr>
              </a:solidFill>
              <a:latin typeface="Georgia"/>
              <a:cs typeface="Georgia"/>
            </a:endParaRPr>
          </a:p>
        </p:txBody>
      </p:sp>
      <p:sp>
        <p:nvSpPr>
          <p:cNvPr id="1453139873" name=""/>
          <p:cNvSpPr/>
          <p:nvPr/>
        </p:nvSpPr>
        <p:spPr bwMode="auto">
          <a:xfrm rot="0" flipH="0" flipV="0">
            <a:off x="526311" y="304799"/>
            <a:ext cx="1809750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575294573" name="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 flipH="0" flipV="0">
            <a:off x="773428" y="386190"/>
            <a:ext cx="1336234" cy="1380906"/>
          </a:xfrm>
          <a:prstGeom prst="rect">
            <a:avLst/>
          </a:prstGeom>
        </p:spPr>
      </p:pic>
      <p:sp>
        <p:nvSpPr>
          <p:cNvPr id="577254192" name=""/>
          <p:cNvSpPr/>
          <p:nvPr/>
        </p:nvSpPr>
        <p:spPr bwMode="auto">
          <a:xfrm rot="0" flipH="0" flipV="0">
            <a:off x="14691452" y="386190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316514779" name="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 flipH="0" flipV="0">
            <a:off x="14745671" y="467151"/>
            <a:ext cx="3010232" cy="1290637"/>
          </a:xfrm>
          <a:prstGeom prst="rect">
            <a:avLst/>
          </a:prstGeom>
        </p:spPr>
      </p:pic>
      <p:sp>
        <p:nvSpPr>
          <p:cNvPr id="450393932" name=""/>
          <p:cNvSpPr/>
          <p:nvPr/>
        </p:nvSpPr>
        <p:spPr bwMode="auto">
          <a:xfrm rot="0" flipH="0" flipV="0">
            <a:off x="8418319" y="386190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504282639" name=""/>
          <p:cNvPicPr>
            <a:picLocks noChangeAspect="1"/>
          </p:cNvPicPr>
          <p:nvPr/>
        </p:nvPicPr>
        <p:blipFill rotWithShape="1">
          <a:blip r:embed="rId14"/>
          <a:srcRect l="26871" t="33796" r="25074" b="35879"/>
          <a:stretch/>
        </p:blipFill>
        <p:spPr bwMode="auto">
          <a:xfrm flipH="0" flipV="0">
            <a:off x="8530999" y="516765"/>
            <a:ext cx="1584389" cy="1250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600748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</p:sp>
      <p:sp>
        <p:nvSpPr>
          <p:cNvPr id="1806923974" name="Freeform 3"/>
          <p:cNvSpPr/>
          <p:nvPr/>
        </p:nvSpPr>
        <p:spPr bwMode="auto">
          <a:xfrm rot="-5400000" flipH="0" flipV="0">
            <a:off x="14858865" y="6857865"/>
            <a:ext cx="2924955" cy="3933314"/>
          </a:xfrm>
          <a:custGeom>
            <a:avLst/>
            <a:gdLst/>
            <a:ahLst/>
            <a:cxnLst/>
            <a:rect l="l" t="t" r="r" b="b"/>
            <a:pathLst>
              <a:path w="2924955" h="3933314" fill="norm" stroke="1" extrusionOk="0">
                <a:moveTo>
                  <a:pt x="0" y="0"/>
                </a:moveTo>
                <a:lnTo>
                  <a:pt x="2924956" y="0"/>
                </a:lnTo>
                <a:lnTo>
                  <a:pt x="2924956" y="3933314"/>
                </a:lnTo>
                <a:lnTo>
                  <a:pt x="0" y="393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833529190" name="Freeform 4"/>
          <p:cNvSpPr/>
          <p:nvPr/>
        </p:nvSpPr>
        <p:spPr bwMode="auto">
          <a:xfrm rot="0" flipH="1" flipV="0">
            <a:off x="0" y="0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841186740" name="Freeform 5"/>
          <p:cNvSpPr/>
          <p:nvPr/>
        </p:nvSpPr>
        <p:spPr bwMode="auto">
          <a:xfrm rot="-10800000" flipH="0" flipV="1">
            <a:off x="-194432" y="8824522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393535841" name="Freeform 6"/>
          <p:cNvSpPr/>
          <p:nvPr/>
        </p:nvSpPr>
        <p:spPr bwMode="auto">
          <a:xfrm rot="0" flipH="0" flipV="0">
            <a:off x="16121194" y="7269473"/>
            <a:ext cx="1334515" cy="1555049"/>
          </a:xfrm>
          <a:custGeom>
            <a:avLst/>
            <a:gdLst/>
            <a:ahLst/>
            <a:cxnLst/>
            <a:rect l="l" t="t" r="r" b="b"/>
            <a:pathLst>
              <a:path w="1334515" h="1555049" fill="norm" stroke="1" extrusionOk="0">
                <a:moveTo>
                  <a:pt x="0" y="0"/>
                </a:moveTo>
                <a:lnTo>
                  <a:pt x="1334515" y="0"/>
                </a:lnTo>
                <a:lnTo>
                  <a:pt x="1334515" y="1555049"/>
                </a:lnTo>
                <a:lnTo>
                  <a:pt x="0" y="1555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sp>
        <p:nvSpPr>
          <p:cNvPr id="2014160832" name="Freeform 7"/>
          <p:cNvSpPr/>
          <p:nvPr/>
        </p:nvSpPr>
        <p:spPr bwMode="auto">
          <a:xfrm rot="-10800000" flipH="0" flipV="0">
            <a:off x="16121194" y="-906849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grpSp>
        <p:nvGrpSpPr>
          <p:cNvPr id="1091083496" name="Group 13"/>
          <p:cNvGrpSpPr/>
          <p:nvPr/>
        </p:nvGrpSpPr>
        <p:grpSpPr bwMode="auto">
          <a:xfrm rot="0">
            <a:off x="628528" y="1513503"/>
            <a:ext cx="16459200" cy="1714500"/>
            <a:chOff x="0" y="0"/>
            <a:chExt cx="21945600" cy="2286000"/>
          </a:xfrm>
        </p:grpSpPr>
        <p:sp>
          <p:nvSpPr>
            <p:cNvPr id="14" name="Freeform 14"/>
            <p:cNvSpPr/>
            <p:nvPr/>
          </p:nvSpPr>
          <p:spPr bwMode="auto">
            <a:xfrm rot="0" flipH="0" flipV="0"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id="15" name="TextBox 15"/>
            <p:cNvSpPr txBox="1"/>
            <p:nvPr/>
          </p:nvSpPr>
          <p:spPr bwMode="auto">
            <a:xfrm>
              <a:off x="0" y="-28575"/>
              <a:ext cx="21945600" cy="2314575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  <a:defRPr/>
              </a:pPr>
              <a:endParaRPr/>
            </a:p>
            <a:p>
              <a:pPr algn="ctr">
                <a:lnSpc>
                  <a:spcPts val="6480"/>
                </a:lnSpc>
                <a:defRPr/>
              </a:pPr>
              <a:r>
                <a:rPr lang="en-US" sz="5400" b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</a:rPr>
                <a:t>IDEA TITLE</a:t>
              </a:r>
              <a:endParaRPr b="0"/>
            </a:p>
          </p:txBody>
        </p:sp>
      </p:grpSp>
      <p:sp>
        <p:nvSpPr>
          <p:cNvPr id="434111992" name="TextBox 16"/>
          <p:cNvSpPr txBox="1"/>
          <p:nvPr/>
        </p:nvSpPr>
        <p:spPr bwMode="auto">
          <a:xfrm rot="0" flipH="0" flipV="0">
            <a:off x="855363" y="3837822"/>
            <a:ext cx="14555561" cy="3292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8680" lvl="1" indent="-434340" algn="l">
              <a:lnSpc>
                <a:spcPts val="5759"/>
              </a:lnSpc>
              <a:buFont typeface="Arial"/>
              <a:buChar char="•"/>
              <a:defRPr/>
            </a:pPr>
            <a:r>
              <a:rPr lang="en-US" sz="3600" b="0" u="sng">
                <a:solidFill>
                  <a:srgbClr val="1F497D"/>
                </a:solidFill>
                <a:latin typeface="Georgia"/>
                <a:ea typeface="Georgia"/>
                <a:cs typeface="Georgia"/>
              </a:rPr>
              <a:t>Proposed Solution (Describe your Idea/Solution/Prototype)</a:t>
            </a:r>
            <a:endParaRPr sz="3600" b="0">
              <a:latin typeface="Georgia"/>
              <a:cs typeface="Georgia"/>
            </a:endParaRPr>
          </a:p>
          <a:p>
            <a:pPr marL="760095" lvl="1" indent="-380048" algn="l">
              <a:lnSpc>
                <a:spcPts val="5040"/>
              </a:lnSpc>
              <a:defRPr/>
            </a:pPr>
            <a:endParaRPr sz="3600" b="1" u="sng">
              <a:solidFill>
                <a:srgbClr val="1F497D"/>
              </a:solidFill>
              <a:latin typeface="Georgia"/>
              <a:cs typeface="Georgia"/>
            </a:endParaRP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Detailed explanation of the proposed solution</a:t>
            </a:r>
            <a:endParaRPr sz="3600">
              <a:latin typeface="Georgia"/>
              <a:cs typeface="Georgia"/>
            </a:endParaRP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How it addresses the problem</a:t>
            </a:r>
            <a:endParaRPr sz="3600">
              <a:latin typeface="Georgia"/>
              <a:cs typeface="Georgia"/>
            </a:endParaRPr>
          </a:p>
          <a:p>
            <a:pPr marL="760095" lvl="1" indent="-380048" algn="just">
              <a:lnSpc>
                <a:spcPts val="5040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Innovation and uniqueness of the solution </a:t>
            </a:r>
            <a:endParaRPr sz="3600">
              <a:latin typeface="Georgia"/>
              <a:cs typeface="Georgia"/>
            </a:endParaRPr>
          </a:p>
        </p:txBody>
      </p:sp>
      <p:sp>
        <p:nvSpPr>
          <p:cNvPr id="1674112464" name=""/>
          <p:cNvSpPr/>
          <p:nvPr/>
        </p:nvSpPr>
        <p:spPr bwMode="auto">
          <a:xfrm rot="0" flipH="0" flipV="0">
            <a:off x="526311" y="30479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188185711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773427" y="386189"/>
            <a:ext cx="1336233" cy="1380906"/>
          </a:xfrm>
          <a:prstGeom prst="rect">
            <a:avLst/>
          </a:prstGeom>
        </p:spPr>
      </p:pic>
      <p:sp>
        <p:nvSpPr>
          <p:cNvPr id="163021959" name=""/>
          <p:cNvSpPr/>
          <p:nvPr/>
        </p:nvSpPr>
        <p:spPr bwMode="auto">
          <a:xfrm rot="0" flipH="0" flipV="0">
            <a:off x="14691452" y="386189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30192753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flipH="0" flipV="0">
            <a:off x="14745670" y="467150"/>
            <a:ext cx="3010232" cy="1290636"/>
          </a:xfrm>
          <a:prstGeom prst="rect">
            <a:avLst/>
          </a:prstGeom>
        </p:spPr>
      </p:pic>
      <p:sp>
        <p:nvSpPr>
          <p:cNvPr id="529283740" name=""/>
          <p:cNvSpPr/>
          <p:nvPr/>
        </p:nvSpPr>
        <p:spPr bwMode="auto">
          <a:xfrm rot="0" flipH="0" flipV="0">
            <a:off x="8418318" y="38618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515437131" name=""/>
          <p:cNvPicPr>
            <a:picLocks noChangeAspect="1"/>
          </p:cNvPicPr>
          <p:nvPr/>
        </p:nvPicPr>
        <p:blipFill rotWithShape="1">
          <a:blip r:embed="rId11"/>
          <a:srcRect l="26871" t="33796" r="25073" b="35879"/>
          <a:stretch/>
        </p:blipFill>
        <p:spPr bwMode="auto">
          <a:xfrm flipH="0" flipV="0">
            <a:off x="8530999" y="516764"/>
            <a:ext cx="1584388" cy="1250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390993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</p:sp>
      <p:sp>
        <p:nvSpPr>
          <p:cNvPr id="1635655700" name="Freeform 3"/>
          <p:cNvSpPr/>
          <p:nvPr/>
        </p:nvSpPr>
        <p:spPr bwMode="auto">
          <a:xfrm rot="0" flipH="1" flipV="0">
            <a:off x="0" y="0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988771879" name="Freeform 4"/>
          <p:cNvSpPr/>
          <p:nvPr/>
        </p:nvSpPr>
        <p:spPr bwMode="auto">
          <a:xfrm rot="0" flipH="0" flipV="0">
            <a:off x="16671206" y="25864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0" y="0"/>
                </a:moveTo>
                <a:lnTo>
                  <a:pt x="1615477" y="0"/>
                </a:lnTo>
                <a:lnTo>
                  <a:pt x="1615477" y="2005672"/>
                </a:lnTo>
                <a:lnTo>
                  <a:pt x="0" y="2005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809165144" name="Freeform 5"/>
          <p:cNvSpPr/>
          <p:nvPr/>
        </p:nvSpPr>
        <p:spPr bwMode="auto">
          <a:xfrm rot="0" flipH="0" flipV="0">
            <a:off x="0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 fill="norm" stroke="1" extrusionOk="0">
                <a:moveTo>
                  <a:pt x="0" y="0"/>
                </a:moveTo>
                <a:lnTo>
                  <a:pt x="2464243" y="0"/>
                </a:lnTo>
                <a:lnTo>
                  <a:pt x="2464243" y="2464243"/>
                </a:lnTo>
                <a:lnTo>
                  <a:pt x="0" y="2464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1068137768" name="Freeform 6"/>
          <p:cNvSpPr/>
          <p:nvPr/>
        </p:nvSpPr>
        <p:spPr bwMode="auto">
          <a:xfrm rot="0" flipH="1" flipV="0">
            <a:off x="15823757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 fill="norm" stroke="1" extrusionOk="0">
                <a:moveTo>
                  <a:pt x="2464243" y="0"/>
                </a:moveTo>
                <a:lnTo>
                  <a:pt x="0" y="0"/>
                </a:lnTo>
                <a:lnTo>
                  <a:pt x="0" y="2464243"/>
                </a:lnTo>
                <a:lnTo>
                  <a:pt x="2464243" y="2464243"/>
                </a:lnTo>
                <a:lnTo>
                  <a:pt x="2464243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grpSp>
        <p:nvGrpSpPr>
          <p:cNvPr id="523938700" name="Group 7"/>
          <p:cNvGrpSpPr/>
          <p:nvPr/>
        </p:nvGrpSpPr>
        <p:grpSpPr bwMode="auto">
          <a:xfrm rot="0">
            <a:off x="1232122" y="1834285"/>
            <a:ext cx="16459200" cy="1714500"/>
            <a:chOff x="0" y="0"/>
            <a:chExt cx="21945600" cy="2286000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7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28575"/>
              <a:ext cx="21945600" cy="2314575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  <a:defRPr/>
              </a:pPr>
              <a:r>
                <a:rPr lang="en-US" sz="5400" b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</a:rPr>
                <a:t>TECHNICAL APPROACH</a:t>
              </a:r>
              <a:endParaRPr b="0"/>
            </a:p>
          </p:txBody>
        </p:sp>
      </p:grpSp>
      <p:sp>
        <p:nvSpPr>
          <p:cNvPr id="1571476701" name="TextBox 10"/>
          <p:cNvSpPr txBox="1"/>
          <p:nvPr/>
        </p:nvSpPr>
        <p:spPr bwMode="auto">
          <a:xfrm rot="0">
            <a:off x="926799" y="3744096"/>
            <a:ext cx="13896869" cy="2560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7" algn="l">
              <a:lnSpc>
                <a:spcPts val="5039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Technologies to be used (e.g. programming languages, frameworks, hardware)</a:t>
            </a:r>
            <a:endParaRPr sz="3600">
              <a:latin typeface="Georgia"/>
              <a:cs typeface="Georgia"/>
            </a:endParaRPr>
          </a:p>
          <a:p>
            <a:pPr marL="760095" lvl="1" indent="-380047" algn="l">
              <a:lnSpc>
                <a:spcPts val="5039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Methodology and process for implementation (Flow Charts/Images/ working prototype)</a:t>
            </a:r>
            <a:endParaRPr sz="3600">
              <a:latin typeface="Georgia"/>
              <a:cs typeface="Georgia"/>
            </a:endParaRPr>
          </a:p>
        </p:txBody>
      </p:sp>
      <p:sp>
        <p:nvSpPr>
          <p:cNvPr id="1041704754" name=""/>
          <p:cNvSpPr/>
          <p:nvPr/>
        </p:nvSpPr>
        <p:spPr bwMode="auto">
          <a:xfrm rot="0" flipH="0" flipV="0">
            <a:off x="526311" y="30479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82650659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773427" y="386189"/>
            <a:ext cx="1336233" cy="1380906"/>
          </a:xfrm>
          <a:prstGeom prst="rect">
            <a:avLst/>
          </a:prstGeom>
        </p:spPr>
      </p:pic>
      <p:sp>
        <p:nvSpPr>
          <p:cNvPr id="605740483" name=""/>
          <p:cNvSpPr/>
          <p:nvPr/>
        </p:nvSpPr>
        <p:spPr bwMode="auto">
          <a:xfrm rot="0" flipH="0" flipV="0">
            <a:off x="14691452" y="386189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511915464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14745670" y="467150"/>
            <a:ext cx="3010232" cy="1290636"/>
          </a:xfrm>
          <a:prstGeom prst="rect">
            <a:avLst/>
          </a:prstGeom>
        </p:spPr>
      </p:pic>
      <p:sp>
        <p:nvSpPr>
          <p:cNvPr id="673946822" name=""/>
          <p:cNvSpPr/>
          <p:nvPr/>
        </p:nvSpPr>
        <p:spPr bwMode="auto">
          <a:xfrm rot="0" flipH="0" flipV="0">
            <a:off x="8418318" y="38618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638832417" name=""/>
          <p:cNvPicPr>
            <a:picLocks noChangeAspect="1"/>
          </p:cNvPicPr>
          <p:nvPr/>
        </p:nvPicPr>
        <p:blipFill rotWithShape="1">
          <a:blip r:embed="rId10"/>
          <a:srcRect l="26871" t="33796" r="25073" b="35879"/>
          <a:stretch/>
        </p:blipFill>
        <p:spPr bwMode="auto">
          <a:xfrm flipH="0" flipV="0">
            <a:off x="8530999" y="516764"/>
            <a:ext cx="1584388" cy="1250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215653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</p:sp>
      <p:sp>
        <p:nvSpPr>
          <p:cNvPr id="1259602068" name="Freeform 3"/>
          <p:cNvSpPr/>
          <p:nvPr/>
        </p:nvSpPr>
        <p:spPr bwMode="auto">
          <a:xfrm rot="0" flipH="1" flipV="0">
            <a:off x="0" y="0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590217133" name="Freeform 4"/>
          <p:cNvSpPr/>
          <p:nvPr/>
        </p:nvSpPr>
        <p:spPr bwMode="auto">
          <a:xfrm rot="0" flipH="0" flipV="0">
            <a:off x="16671206" y="25864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0" y="0"/>
                </a:moveTo>
                <a:lnTo>
                  <a:pt x="1615477" y="0"/>
                </a:lnTo>
                <a:lnTo>
                  <a:pt x="1615477" y="2005672"/>
                </a:lnTo>
                <a:lnTo>
                  <a:pt x="0" y="2005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858135397" name="Freeform 5"/>
          <p:cNvSpPr/>
          <p:nvPr/>
        </p:nvSpPr>
        <p:spPr bwMode="auto">
          <a:xfrm rot="0" flipH="0" flipV="0">
            <a:off x="0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 fill="norm" stroke="1" extrusionOk="0">
                <a:moveTo>
                  <a:pt x="0" y="0"/>
                </a:moveTo>
                <a:lnTo>
                  <a:pt x="2464243" y="0"/>
                </a:lnTo>
                <a:lnTo>
                  <a:pt x="2464243" y="2464243"/>
                </a:lnTo>
                <a:lnTo>
                  <a:pt x="0" y="24642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345971646" name="Freeform 6"/>
          <p:cNvSpPr/>
          <p:nvPr/>
        </p:nvSpPr>
        <p:spPr bwMode="auto">
          <a:xfrm rot="0" flipH="1" flipV="0">
            <a:off x="15823757" y="7822757"/>
            <a:ext cx="2464243" cy="2464243"/>
          </a:xfrm>
          <a:custGeom>
            <a:avLst/>
            <a:gdLst/>
            <a:ahLst/>
            <a:cxnLst/>
            <a:rect l="l" t="t" r="r" b="b"/>
            <a:pathLst>
              <a:path w="2464243" h="2464243" fill="norm" stroke="1" extrusionOk="0">
                <a:moveTo>
                  <a:pt x="2464243" y="0"/>
                </a:moveTo>
                <a:lnTo>
                  <a:pt x="0" y="0"/>
                </a:lnTo>
                <a:lnTo>
                  <a:pt x="0" y="2464243"/>
                </a:lnTo>
                <a:lnTo>
                  <a:pt x="2464243" y="2464243"/>
                </a:lnTo>
                <a:lnTo>
                  <a:pt x="2464243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grpSp>
        <p:nvGrpSpPr>
          <p:cNvPr id="271200212" name="Group 15"/>
          <p:cNvGrpSpPr/>
          <p:nvPr/>
        </p:nvGrpSpPr>
        <p:grpSpPr bwMode="auto">
          <a:xfrm rot="0">
            <a:off x="914400" y="1801436"/>
            <a:ext cx="16459200" cy="1714500"/>
            <a:chOff x="0" y="0"/>
            <a:chExt cx="21945600" cy="2286000"/>
          </a:xfrm>
        </p:grpSpPr>
        <p:sp>
          <p:nvSpPr>
            <p:cNvPr id="16" name="Freeform 16"/>
            <p:cNvSpPr/>
            <p:nvPr/>
          </p:nvSpPr>
          <p:spPr bwMode="auto">
            <a:xfrm rot="0" flipH="0" flipV="0"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6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id="17" name="TextBox 17"/>
            <p:cNvSpPr txBox="1"/>
            <p:nvPr/>
          </p:nvSpPr>
          <p:spPr bwMode="auto">
            <a:xfrm>
              <a:off x="0" y="-28575"/>
              <a:ext cx="21945600" cy="2314575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  <a:defRPr/>
              </a:pPr>
              <a:r>
                <a:rPr lang="en-US" sz="5400" b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</a:rPr>
                <a:t>FEASIBILITY AND VIABILITY</a:t>
              </a:r>
              <a:endParaRPr b="0"/>
            </a:p>
          </p:txBody>
        </p:sp>
      </p:grpSp>
      <p:sp>
        <p:nvSpPr>
          <p:cNvPr id="1759578833" name="TextBox 18"/>
          <p:cNvSpPr txBox="1"/>
          <p:nvPr/>
        </p:nvSpPr>
        <p:spPr bwMode="auto">
          <a:xfrm rot="0">
            <a:off x="927879" y="3798049"/>
            <a:ext cx="13896509" cy="192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7" algn="just">
              <a:lnSpc>
                <a:spcPts val="5039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Analysis of the feasibility of the idea</a:t>
            </a:r>
            <a:endParaRPr sz="3600">
              <a:latin typeface="Georgia"/>
              <a:cs typeface="Georgia"/>
            </a:endParaRPr>
          </a:p>
          <a:p>
            <a:pPr marL="760095" lvl="1" indent="-380047" algn="just">
              <a:lnSpc>
                <a:spcPts val="5039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Potential challenges and risks</a:t>
            </a:r>
            <a:endParaRPr sz="3600">
              <a:latin typeface="Georgia"/>
              <a:cs typeface="Georgia"/>
            </a:endParaRPr>
          </a:p>
          <a:p>
            <a:pPr marL="760095" lvl="1" indent="-380047" algn="just">
              <a:lnSpc>
                <a:spcPts val="5039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Strategies for overcoming these challenges</a:t>
            </a:r>
            <a:endParaRPr sz="3600">
              <a:latin typeface="Georgia"/>
              <a:cs typeface="Georgia"/>
            </a:endParaRPr>
          </a:p>
        </p:txBody>
      </p:sp>
      <p:sp>
        <p:nvSpPr>
          <p:cNvPr id="994417430" name=""/>
          <p:cNvSpPr/>
          <p:nvPr/>
        </p:nvSpPr>
        <p:spPr bwMode="auto">
          <a:xfrm rot="0" flipH="0" flipV="0">
            <a:off x="526311" y="30479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423437875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773427" y="386189"/>
            <a:ext cx="1336233" cy="1380906"/>
          </a:xfrm>
          <a:prstGeom prst="rect">
            <a:avLst/>
          </a:prstGeom>
        </p:spPr>
      </p:pic>
      <p:sp>
        <p:nvSpPr>
          <p:cNvPr id="988008241" name=""/>
          <p:cNvSpPr/>
          <p:nvPr/>
        </p:nvSpPr>
        <p:spPr bwMode="auto">
          <a:xfrm rot="0" flipH="0" flipV="0">
            <a:off x="14691452" y="386189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597478162" name="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 flipH="0" flipV="0">
            <a:off x="14745670" y="467150"/>
            <a:ext cx="3010232" cy="1290636"/>
          </a:xfrm>
          <a:prstGeom prst="rect">
            <a:avLst/>
          </a:prstGeom>
        </p:spPr>
      </p:pic>
      <p:sp>
        <p:nvSpPr>
          <p:cNvPr id="1437482515" name=""/>
          <p:cNvSpPr/>
          <p:nvPr/>
        </p:nvSpPr>
        <p:spPr bwMode="auto">
          <a:xfrm rot="0" flipH="0" flipV="0">
            <a:off x="8418318" y="38618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20343969" name=""/>
          <p:cNvPicPr>
            <a:picLocks noChangeAspect="1"/>
          </p:cNvPicPr>
          <p:nvPr/>
        </p:nvPicPr>
        <p:blipFill rotWithShape="1">
          <a:blip r:embed="rId9"/>
          <a:srcRect l="26871" t="33796" r="25073" b="35879"/>
          <a:stretch/>
        </p:blipFill>
        <p:spPr bwMode="auto">
          <a:xfrm flipH="0" flipV="0">
            <a:off x="8530999" y="516764"/>
            <a:ext cx="1584388" cy="1250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0949357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</p:sp>
      <p:sp>
        <p:nvSpPr>
          <p:cNvPr id="215564946" name="Freeform 3"/>
          <p:cNvSpPr/>
          <p:nvPr/>
        </p:nvSpPr>
        <p:spPr bwMode="auto">
          <a:xfrm rot="-5400000" flipH="0" flipV="0">
            <a:off x="14858865" y="6857865"/>
            <a:ext cx="2924955" cy="3933314"/>
          </a:xfrm>
          <a:custGeom>
            <a:avLst/>
            <a:gdLst/>
            <a:ahLst/>
            <a:cxnLst/>
            <a:rect l="l" t="t" r="r" b="b"/>
            <a:pathLst>
              <a:path w="2924955" h="3933314" fill="norm" stroke="1" extrusionOk="0">
                <a:moveTo>
                  <a:pt x="0" y="0"/>
                </a:moveTo>
                <a:lnTo>
                  <a:pt x="2924956" y="0"/>
                </a:lnTo>
                <a:lnTo>
                  <a:pt x="2924956" y="3933314"/>
                </a:lnTo>
                <a:lnTo>
                  <a:pt x="0" y="393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1650915175" name="Freeform 4"/>
          <p:cNvSpPr/>
          <p:nvPr/>
        </p:nvSpPr>
        <p:spPr bwMode="auto">
          <a:xfrm rot="0" flipH="1" flipV="0">
            <a:off x="0" y="0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1511337784" name="Freeform 5"/>
          <p:cNvSpPr/>
          <p:nvPr/>
        </p:nvSpPr>
        <p:spPr bwMode="auto">
          <a:xfrm rot="-10800000" flipH="0" flipV="1">
            <a:off x="-194432" y="8824522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1646749565" name="Freeform 6"/>
          <p:cNvSpPr/>
          <p:nvPr/>
        </p:nvSpPr>
        <p:spPr bwMode="auto">
          <a:xfrm rot="0" flipH="0" flipV="0">
            <a:off x="16121194" y="7269473"/>
            <a:ext cx="1334515" cy="1555049"/>
          </a:xfrm>
          <a:custGeom>
            <a:avLst/>
            <a:gdLst/>
            <a:ahLst/>
            <a:cxnLst/>
            <a:rect l="l" t="t" r="r" b="b"/>
            <a:pathLst>
              <a:path w="1334515" h="1555049" fill="norm" stroke="1" extrusionOk="0">
                <a:moveTo>
                  <a:pt x="0" y="0"/>
                </a:moveTo>
                <a:lnTo>
                  <a:pt x="1334515" y="0"/>
                </a:lnTo>
                <a:lnTo>
                  <a:pt x="1334515" y="1555049"/>
                </a:lnTo>
                <a:lnTo>
                  <a:pt x="0" y="1555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sp>
        <p:nvSpPr>
          <p:cNvPr id="1825210612" name="Freeform 7"/>
          <p:cNvSpPr/>
          <p:nvPr/>
        </p:nvSpPr>
        <p:spPr bwMode="auto">
          <a:xfrm rot="-10800000" flipH="0" flipV="0">
            <a:off x="16121194" y="-906849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grpSp>
        <p:nvGrpSpPr>
          <p:cNvPr id="1931352244" name="Group 16"/>
          <p:cNvGrpSpPr/>
          <p:nvPr/>
        </p:nvGrpSpPr>
        <p:grpSpPr bwMode="auto">
          <a:xfrm rot="0">
            <a:off x="996509" y="1801436"/>
            <a:ext cx="16459200" cy="1714500"/>
            <a:chOff x="0" y="0"/>
            <a:chExt cx="21945600" cy="228600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21945600" cy="2314575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  <a:defRPr/>
              </a:pPr>
              <a:r>
                <a:rPr lang="en-US" sz="5400" b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</a:rPr>
                <a:t>IMPACT AND BENEFITS</a:t>
              </a:r>
              <a:endParaRPr b="0"/>
            </a:p>
          </p:txBody>
        </p:sp>
      </p:grpSp>
      <p:sp>
        <p:nvSpPr>
          <p:cNvPr id="1262345273" name="TextBox 19"/>
          <p:cNvSpPr txBox="1"/>
          <p:nvPr/>
        </p:nvSpPr>
        <p:spPr bwMode="auto">
          <a:xfrm rot="0">
            <a:off x="927878" y="3862978"/>
            <a:ext cx="13896509" cy="1280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7" algn="just">
              <a:lnSpc>
                <a:spcPts val="5039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Potential impact on the target audience</a:t>
            </a:r>
            <a:endParaRPr sz="3600">
              <a:latin typeface="Georgia"/>
              <a:cs typeface="Georgia"/>
            </a:endParaRPr>
          </a:p>
          <a:p>
            <a:pPr marL="760095" lvl="1" indent="-380047" algn="just">
              <a:lnSpc>
                <a:spcPts val="5039"/>
              </a:lnSpc>
              <a:buFont typeface="Arial"/>
              <a:buChar char="•"/>
              <a:defRPr/>
            </a:pPr>
            <a:r>
              <a:rPr lang="en-US" sz="36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Benefits of the solution (social, economic, environmental, etc.)</a:t>
            </a:r>
            <a:endParaRPr sz="3600">
              <a:latin typeface="Georgia"/>
              <a:cs typeface="Georgia"/>
            </a:endParaRPr>
          </a:p>
        </p:txBody>
      </p:sp>
      <p:sp>
        <p:nvSpPr>
          <p:cNvPr id="952100485" name=""/>
          <p:cNvSpPr/>
          <p:nvPr/>
        </p:nvSpPr>
        <p:spPr bwMode="auto">
          <a:xfrm rot="0" flipH="0" flipV="0">
            <a:off x="526311" y="30479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284943819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773427" y="386189"/>
            <a:ext cx="1336233" cy="1380906"/>
          </a:xfrm>
          <a:prstGeom prst="rect">
            <a:avLst/>
          </a:prstGeom>
        </p:spPr>
      </p:pic>
      <p:sp>
        <p:nvSpPr>
          <p:cNvPr id="1843656528" name=""/>
          <p:cNvSpPr/>
          <p:nvPr/>
        </p:nvSpPr>
        <p:spPr bwMode="auto">
          <a:xfrm rot="0" flipH="0" flipV="0">
            <a:off x="14691452" y="386189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415685000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flipH="0" flipV="0">
            <a:off x="14745670" y="467150"/>
            <a:ext cx="3010232" cy="1290636"/>
          </a:xfrm>
          <a:prstGeom prst="rect">
            <a:avLst/>
          </a:prstGeom>
        </p:spPr>
      </p:pic>
      <p:sp>
        <p:nvSpPr>
          <p:cNvPr id="1042816745" name=""/>
          <p:cNvSpPr/>
          <p:nvPr/>
        </p:nvSpPr>
        <p:spPr bwMode="auto">
          <a:xfrm rot="0" flipH="0" flipV="0">
            <a:off x="8418318" y="38618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417170243" name=""/>
          <p:cNvPicPr>
            <a:picLocks noChangeAspect="1"/>
          </p:cNvPicPr>
          <p:nvPr/>
        </p:nvPicPr>
        <p:blipFill rotWithShape="1">
          <a:blip r:embed="rId11"/>
          <a:srcRect l="26871" t="33796" r="25073" b="35879"/>
          <a:stretch/>
        </p:blipFill>
        <p:spPr bwMode="auto">
          <a:xfrm flipH="0" flipV="0">
            <a:off x="8530999" y="516764"/>
            <a:ext cx="1584388" cy="1250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015881" name="Freeform 2"/>
          <p:cNvSpPr/>
          <p:nvPr/>
        </p:nvSpPr>
        <p:spPr bwMode="auto">
          <a:xfrm rot="0" flipH="0" flipV="0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fill="norm" stroke="1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l="0" t="-9259" r="0" b="-9259"/>
            </a:stretch>
          </a:blipFill>
        </p:spPr>
      </p:sp>
      <p:sp>
        <p:nvSpPr>
          <p:cNvPr id="1398354276" name="Freeform 3"/>
          <p:cNvSpPr/>
          <p:nvPr/>
        </p:nvSpPr>
        <p:spPr bwMode="auto">
          <a:xfrm rot="-5400000" flipH="0" flipV="0">
            <a:off x="14858865" y="6857865"/>
            <a:ext cx="2924955" cy="3933314"/>
          </a:xfrm>
          <a:custGeom>
            <a:avLst/>
            <a:gdLst/>
            <a:ahLst/>
            <a:cxnLst/>
            <a:rect l="l" t="t" r="r" b="b"/>
            <a:pathLst>
              <a:path w="2924955" h="3933314" fill="norm" stroke="1" extrusionOk="0">
                <a:moveTo>
                  <a:pt x="0" y="0"/>
                </a:moveTo>
                <a:lnTo>
                  <a:pt x="2924956" y="0"/>
                </a:lnTo>
                <a:lnTo>
                  <a:pt x="2924956" y="3933314"/>
                </a:lnTo>
                <a:lnTo>
                  <a:pt x="0" y="39333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 l="0" t="0" r="0" b="0"/>
            </a:stretch>
          </a:blipFill>
        </p:spPr>
      </p:sp>
      <p:sp>
        <p:nvSpPr>
          <p:cNvPr id="945153007" name="Freeform 4"/>
          <p:cNvSpPr/>
          <p:nvPr/>
        </p:nvSpPr>
        <p:spPr bwMode="auto">
          <a:xfrm rot="0" flipH="1" flipV="0">
            <a:off x="0" y="0"/>
            <a:ext cx="1615477" cy="2005670"/>
          </a:xfrm>
          <a:custGeom>
            <a:avLst/>
            <a:gdLst/>
            <a:ahLst/>
            <a:cxnLst/>
            <a:rect l="l" t="t" r="r" b="b"/>
            <a:pathLst>
              <a:path w="1615477" h="2005671" fill="norm" stroke="1" extrusionOk="0">
                <a:moveTo>
                  <a:pt x="1615477" y="0"/>
                </a:moveTo>
                <a:lnTo>
                  <a:pt x="0" y="0"/>
                </a:lnTo>
                <a:lnTo>
                  <a:pt x="0" y="2005671"/>
                </a:lnTo>
                <a:lnTo>
                  <a:pt x="1615477" y="2005671"/>
                </a:lnTo>
                <a:lnTo>
                  <a:pt x="1615477" y="0"/>
                </a:lnTo>
                <a:close/>
              </a:path>
            </a:pathLst>
          </a:custGeom>
          <a:blipFill rotWithShape="1">
            <a:blip r:embed="rId5"/>
            <a:stretch>
              <a:fillRect l="0" t="0" r="0" b="0"/>
            </a:stretch>
          </a:blipFill>
        </p:spPr>
      </p:sp>
      <p:sp>
        <p:nvSpPr>
          <p:cNvPr id="593042225" name="Freeform 5"/>
          <p:cNvSpPr/>
          <p:nvPr/>
        </p:nvSpPr>
        <p:spPr bwMode="auto">
          <a:xfrm rot="-10800000" flipH="0" flipV="1">
            <a:off x="-194432" y="8824522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2406235"/>
                </a:moveTo>
                <a:lnTo>
                  <a:pt x="2446264" y="2406235"/>
                </a:lnTo>
                <a:lnTo>
                  <a:pt x="2446264" y="0"/>
                </a:lnTo>
                <a:lnTo>
                  <a:pt x="0" y="0"/>
                </a:lnTo>
                <a:lnTo>
                  <a:pt x="0" y="2406235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sp>
        <p:nvSpPr>
          <p:cNvPr id="1489686045" name="Freeform 6"/>
          <p:cNvSpPr/>
          <p:nvPr/>
        </p:nvSpPr>
        <p:spPr bwMode="auto">
          <a:xfrm rot="0" flipH="0" flipV="0">
            <a:off x="16121194" y="7269473"/>
            <a:ext cx="1334515" cy="1555049"/>
          </a:xfrm>
          <a:custGeom>
            <a:avLst/>
            <a:gdLst/>
            <a:ahLst/>
            <a:cxnLst/>
            <a:rect l="l" t="t" r="r" b="b"/>
            <a:pathLst>
              <a:path w="1334515" h="1555049" fill="norm" stroke="1" extrusionOk="0">
                <a:moveTo>
                  <a:pt x="0" y="0"/>
                </a:moveTo>
                <a:lnTo>
                  <a:pt x="1334515" y="0"/>
                </a:lnTo>
                <a:lnTo>
                  <a:pt x="1334515" y="1555049"/>
                </a:lnTo>
                <a:lnTo>
                  <a:pt x="0" y="1555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/>
            <a:stretch>
              <a:fillRect l="0" t="0" r="0" b="0"/>
            </a:stretch>
          </a:blipFill>
        </p:spPr>
      </p:sp>
      <p:sp>
        <p:nvSpPr>
          <p:cNvPr id="777344499" name="Freeform 7"/>
          <p:cNvSpPr/>
          <p:nvPr/>
        </p:nvSpPr>
        <p:spPr bwMode="auto">
          <a:xfrm rot="-10800000" flipH="0" flipV="0">
            <a:off x="16121194" y="-906849"/>
            <a:ext cx="2446265" cy="2406235"/>
          </a:xfrm>
          <a:custGeom>
            <a:avLst/>
            <a:gdLst/>
            <a:ahLst/>
            <a:cxnLst/>
            <a:rect l="l" t="t" r="r" b="b"/>
            <a:pathLst>
              <a:path w="2446265" h="2406235" fill="norm" stroke="1" extrusionOk="0">
                <a:moveTo>
                  <a:pt x="0" y="0"/>
                </a:moveTo>
                <a:lnTo>
                  <a:pt x="2446265" y="0"/>
                </a:lnTo>
                <a:lnTo>
                  <a:pt x="2446265" y="2406235"/>
                </a:lnTo>
                <a:lnTo>
                  <a:pt x="0" y="2406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/>
            <a:stretch>
              <a:fillRect l="0" t="0" r="0" b="0"/>
            </a:stretch>
          </a:blipFill>
        </p:spPr>
      </p:sp>
      <p:grpSp>
        <p:nvGrpSpPr>
          <p:cNvPr id="302205153" name="Group 16"/>
          <p:cNvGrpSpPr/>
          <p:nvPr/>
        </p:nvGrpSpPr>
        <p:grpSpPr bwMode="auto">
          <a:xfrm rot="0">
            <a:off x="914400" y="2005670"/>
            <a:ext cx="16459200" cy="1714500"/>
            <a:chOff x="0" y="0"/>
            <a:chExt cx="21945600" cy="2286000"/>
          </a:xfrm>
        </p:grpSpPr>
        <p:sp>
          <p:nvSpPr>
            <p:cNvPr id="17" name="Freeform 17"/>
            <p:cNvSpPr/>
            <p:nvPr/>
          </p:nvSpPr>
          <p:spPr bwMode="auto">
            <a:xfrm rot="0" flipH="0" flipV="0"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 fill="norm" stroke="1" extrusionOk="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 rotWithShape="1">
              <a:blip r:embed="rId8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id="18" name="TextBox 18"/>
            <p:cNvSpPr txBox="1"/>
            <p:nvPr/>
          </p:nvSpPr>
          <p:spPr bwMode="auto">
            <a:xfrm>
              <a:off x="0" y="-28575"/>
              <a:ext cx="21945600" cy="2314575"/>
            </a:xfrm>
            <a:prstGeom prst="rect">
              <a:avLst/>
            </a:prstGeom>
            <a:grpFill/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  <a:defRPr/>
              </a:pPr>
              <a:r>
                <a:rPr lang="en-US" sz="5400" b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</a:rPr>
                <a:t>RESEARCH  AND REFERENCES</a:t>
              </a:r>
              <a:endParaRPr b="0"/>
            </a:p>
          </p:txBody>
        </p:sp>
      </p:grpSp>
      <p:sp>
        <p:nvSpPr>
          <p:cNvPr id="629602924" name="TextBox 19"/>
          <p:cNvSpPr txBox="1"/>
          <p:nvPr/>
        </p:nvSpPr>
        <p:spPr bwMode="auto">
          <a:xfrm rot="0">
            <a:off x="1028700" y="3920503"/>
            <a:ext cx="13896149" cy="640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047" algn="just">
              <a:lnSpc>
                <a:spcPts val="5039"/>
              </a:lnSpc>
              <a:buFont typeface="Arial"/>
              <a:buChar char="•"/>
              <a:defRPr/>
            </a:pPr>
            <a:r>
              <a:rPr lang="en-US" sz="4200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Details / Links of the reference and research work</a:t>
            </a:r>
            <a:endParaRPr>
              <a:latin typeface="Georgia"/>
              <a:cs typeface="Georgia"/>
            </a:endParaRPr>
          </a:p>
        </p:txBody>
      </p:sp>
      <p:sp>
        <p:nvSpPr>
          <p:cNvPr id="1170463752" name=""/>
          <p:cNvSpPr/>
          <p:nvPr/>
        </p:nvSpPr>
        <p:spPr bwMode="auto">
          <a:xfrm rot="0" flipH="0" flipV="0">
            <a:off x="526311" y="30479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507543386" name="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 flipH="0" flipV="0">
            <a:off x="773427" y="386189"/>
            <a:ext cx="1336233" cy="1380906"/>
          </a:xfrm>
          <a:prstGeom prst="rect">
            <a:avLst/>
          </a:prstGeom>
        </p:spPr>
      </p:pic>
      <p:sp>
        <p:nvSpPr>
          <p:cNvPr id="780310890" name=""/>
          <p:cNvSpPr/>
          <p:nvPr/>
        </p:nvSpPr>
        <p:spPr bwMode="auto">
          <a:xfrm rot="0" flipH="0" flipV="0">
            <a:off x="14691452" y="386189"/>
            <a:ext cx="3064451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1668999698" name="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 flipH="0" flipV="0">
            <a:off x="14745670" y="467150"/>
            <a:ext cx="3010232" cy="1290636"/>
          </a:xfrm>
          <a:prstGeom prst="rect">
            <a:avLst/>
          </a:prstGeom>
        </p:spPr>
      </p:pic>
      <p:sp>
        <p:nvSpPr>
          <p:cNvPr id="335618373" name=""/>
          <p:cNvSpPr/>
          <p:nvPr/>
        </p:nvSpPr>
        <p:spPr bwMode="auto">
          <a:xfrm rot="0" flipH="0" flipV="0">
            <a:off x="8418318" y="386189"/>
            <a:ext cx="1809749" cy="1523998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/>
          </a:p>
        </p:txBody>
      </p:sp>
      <p:pic>
        <p:nvPicPr>
          <p:cNvPr id="324801677" name=""/>
          <p:cNvPicPr>
            <a:picLocks noChangeAspect="1"/>
          </p:cNvPicPr>
          <p:nvPr/>
        </p:nvPicPr>
        <p:blipFill rotWithShape="1">
          <a:blip r:embed="rId11"/>
          <a:srcRect l="26871" t="33796" r="25073" b="35879"/>
          <a:stretch/>
        </p:blipFill>
        <p:spPr bwMode="auto">
          <a:xfrm flipH="0" flipV="0">
            <a:off x="8530999" y="516764"/>
            <a:ext cx="1584388" cy="1250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I.T.S ENGINEERING COLLEGE</dc:title>
  <dc:identifier>DAHYiCJG-bc</dc:identifier>
  <cp:lastModifiedBy/>
  <cp:revision>2</cp:revision>
  <dcterms:created xsi:type="dcterms:W3CDTF">2006-08-16T00:00:00Z</dcterms:created>
  <dcterms:modified xsi:type="dcterms:W3CDTF">2026-10-21T13:45:27Z</dcterms:modified>
</cp:coreProperties>
</file>